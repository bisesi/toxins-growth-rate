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20" d="100"/>
          <a:sy n="12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10CD-6607-2245-DCB0-C68831D74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A6F30-F871-1E47-FCCE-342F1B010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AE8D-813C-78AB-1BC3-ABE282D7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03B8D-F54C-3219-43C9-B9422D60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84587-1F1C-7A23-DFE0-AD471573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7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0334-1BAF-FFEB-2A26-6B893CF2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2EC7D-2A9B-D996-AC31-EAEE646C9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4018-C6C8-6891-5C25-1E8D3081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F4280-851A-E96B-050D-D5ACAE67A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47DAE-D57B-15E9-E690-2CC803AC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3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D76C-C3BB-1D20-1689-A3E7583F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02574-B721-D985-391F-F4675C0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3ECE3-9EB8-E511-2CC6-AEE72AC9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96B03-5EAB-570F-39F7-24ED40C5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89970-4823-8AB9-01F1-C62F5B1F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9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A12D-88E2-1B71-84F1-C7C22408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C616B-FAF0-BD2F-6009-BC7CC089A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78126-5AB2-33D7-1CA2-76AD54B98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2A1FE-235D-7E19-206D-F892844D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A8728-D38D-A635-41F3-818D59DC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B96AB-6824-24A7-333E-CD8B8F89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0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8FB1-B4A9-B244-BA2F-49B994A8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05804-4765-FB0B-E258-99612D1F5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A12D7-158F-852F-F0F0-4E34AA9DE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CCA95-F277-4325-ABD8-89256FC3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5997F-1F62-D2C4-DF47-EA649D3AC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7428AD-4E44-C43F-A55F-60F56066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C1689-30BD-A2AA-31B2-A5268005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8DECC-4F25-1932-AC83-9D75E9D9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8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58A3-B2D3-9F75-C3F9-7DB9EAF3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DB781-0BFF-F62D-6032-260291B7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368D2-C5AD-C0B7-B18D-7F040162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9FCA2-FA89-DC7C-3512-34B1F501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5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DCFCA-9AED-C635-A90D-125BD0B6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C2C55-22AF-5C09-CF16-659111CC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668EC-43FE-8B32-145F-BD0D5A39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2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E485-0B7A-A87C-B2CD-6118DB98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D43C-E4B9-4148-00F0-2D4CA53F2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872CA-F77F-C584-1D31-E977CB198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4012E-6D5F-8B0A-A623-5827DCE0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DB732-CCE5-0344-1380-BCED1083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23525-6BDE-D989-12CA-8F7CE4A4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5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5719-2C3E-C901-19CF-E44102EEB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220D6-0144-00A2-48B7-81DC2E3D9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42575-2B72-9CE7-C97F-ABE2F3D17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D8D90-65E0-C2D7-B2A1-259DE360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BD5EF-BC3B-39C4-3178-A4417E8A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99C7-55BE-9FF0-440E-926FD415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705F-6739-88B3-98B0-C5E2DDBC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F69A6-C4F9-7999-F55D-C3A2AB0D5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82380-8F5B-8EC5-BD99-BCB3FC01D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1D272-CE9C-8734-6F79-15D160C8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B1AE2-423E-F3AB-BFA0-2E40D0EC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82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66B51-15B1-D665-D812-CE0D76079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13F58-59BF-C1A8-C891-B227CA0B3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DF68-4190-CB6E-806C-886824F2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89EB-ACAD-7834-E336-FF3398A3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322C2-09DC-E4B5-853C-65A3C481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3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13D535-8310-412E-BB4C-B5CCA91E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FE91E-84ED-8C21-15B0-E13590416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6F89-4157-ECA5-9EFC-49FA3D42A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8EEA6-045A-2D4A-9A36-D4282365FB4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F7F6D-1453-5372-6594-981A3A48E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F1A7-6783-DA4C-F9E3-892F1AEC9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AB44C-7050-514A-A75D-9A654E342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9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95F398E8-2272-E06A-93A3-9F768E647765}"/>
              </a:ext>
            </a:extLst>
          </p:cNvPr>
          <p:cNvGrpSpPr/>
          <p:nvPr/>
        </p:nvGrpSpPr>
        <p:grpSpPr>
          <a:xfrm>
            <a:off x="1" y="1500866"/>
            <a:ext cx="12191999" cy="3856268"/>
            <a:chOff x="-10632" y="38834"/>
            <a:chExt cx="12191999" cy="385626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2970629-7FA6-8EE2-940B-FBFE87F47FAE}"/>
                </a:ext>
              </a:extLst>
            </p:cNvPr>
            <p:cNvGrpSpPr/>
            <p:nvPr/>
          </p:nvGrpSpPr>
          <p:grpSpPr>
            <a:xfrm>
              <a:off x="-10632" y="190000"/>
              <a:ext cx="12191999" cy="3705102"/>
              <a:chOff x="1" y="-1"/>
              <a:chExt cx="12351958" cy="3740731"/>
            </a:xfrm>
          </p:grpSpPr>
          <p:pic>
            <p:nvPicPr>
              <p:cNvPr id="17" name="Picture 16" descr="A graph of genetic modification&#10;&#10;AI-generated content may be incorrect.">
                <a:extLst>
                  <a:ext uri="{FF2B5EF4-FFF2-40B4-BE49-F238E27FC236}">
                    <a16:creationId xmlns:a16="http://schemas.microsoft.com/office/drawing/2014/main" id="{F9A3D9D5-2E55-217C-44FC-D2D2269DE1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" y="1"/>
                <a:ext cx="1816114" cy="1816114"/>
              </a:xfrm>
              <a:prstGeom prst="rect">
                <a:avLst/>
              </a:prstGeom>
            </p:spPr>
          </p:pic>
          <p:pic>
            <p:nvPicPr>
              <p:cNvPr id="19" name="Picture 18" descr="A graph of a number of streptomyces&#10;&#10;AI-generated content may be incorrect.">
                <a:extLst>
                  <a:ext uri="{FF2B5EF4-FFF2-40B4-BE49-F238E27FC236}">
                    <a16:creationId xmlns:a16="http://schemas.microsoft.com/office/drawing/2014/main" id="{5497091C-D16D-A3CA-FB41-487698DF7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6115" y="1"/>
                <a:ext cx="1816114" cy="1816114"/>
              </a:xfrm>
              <a:prstGeom prst="rect">
                <a:avLst/>
              </a:prstGeom>
            </p:spPr>
          </p:pic>
          <p:pic>
            <p:nvPicPr>
              <p:cNvPr id="21" name="Picture 20" descr="A graph of growth rate&#10;&#10;AI-generated content may be incorrect.">
                <a:extLst>
                  <a:ext uri="{FF2B5EF4-FFF2-40B4-BE49-F238E27FC236}">
                    <a16:creationId xmlns:a16="http://schemas.microsoft.com/office/drawing/2014/main" id="{28FAB1AC-621A-C79A-64D1-B21DB45E0F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" y="1924616"/>
                <a:ext cx="1816114" cy="1816114"/>
              </a:xfrm>
              <a:prstGeom prst="rect">
                <a:avLst/>
              </a:prstGeom>
            </p:spPr>
          </p:pic>
          <p:pic>
            <p:nvPicPr>
              <p:cNvPr id="25" name="Picture 24" descr="A graph with a graph and text&#10;&#10;AI-generated content may be incorrect.">
                <a:extLst>
                  <a:ext uri="{FF2B5EF4-FFF2-40B4-BE49-F238E27FC236}">
                    <a16:creationId xmlns:a16="http://schemas.microsoft.com/office/drawing/2014/main" id="{DDAC3613-8D91-2327-E2FE-596563F23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6115" y="1924616"/>
                <a:ext cx="1816114" cy="1816114"/>
              </a:xfrm>
              <a:prstGeom prst="rect">
                <a:avLst/>
              </a:prstGeom>
            </p:spPr>
          </p:pic>
          <p:pic>
            <p:nvPicPr>
              <p:cNvPr id="31" name="Picture 30" descr="A graph of genetic modification&#10;&#10;AI-generated content may be incorrect.">
                <a:extLst>
                  <a:ext uri="{FF2B5EF4-FFF2-40B4-BE49-F238E27FC236}">
                    <a16:creationId xmlns:a16="http://schemas.microsoft.com/office/drawing/2014/main" id="{639EE8BF-B719-3E46-A5FD-8E4C84972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2229" y="0"/>
                <a:ext cx="4359865" cy="3737027"/>
              </a:xfrm>
              <a:prstGeom prst="rect">
                <a:avLst/>
              </a:prstGeom>
            </p:spPr>
          </p:pic>
          <p:pic>
            <p:nvPicPr>
              <p:cNvPr id="33" name="Picture 32" descr="A graph of genetic modification&#10;&#10;AI-generated content may be incorrect.">
                <a:extLst>
                  <a:ext uri="{FF2B5EF4-FFF2-40B4-BE49-F238E27FC236}">
                    <a16:creationId xmlns:a16="http://schemas.microsoft.com/office/drawing/2014/main" id="{D1898ACD-B125-B6C2-97FA-126F2C6875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92094" y="-1"/>
                <a:ext cx="4359865" cy="3737027"/>
              </a:xfrm>
              <a:prstGeom prst="rect">
                <a:avLst/>
              </a:prstGeom>
            </p:spPr>
          </p:pic>
        </p:grpSp>
        <p:pic>
          <p:nvPicPr>
            <p:cNvPr id="37" name="Picture 36" descr="A graph with text overlay&#10;&#10;AI-generated content may be incorrect.">
              <a:extLst>
                <a:ext uri="{FF2B5EF4-FFF2-40B4-BE49-F238E27FC236}">
                  <a16:creationId xmlns:a16="http://schemas.microsoft.com/office/drawing/2014/main" id="{3EBF2B4A-C00B-A9FE-4FC9-58A956572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3025" r="63900" b="91439"/>
            <a:stretch/>
          </p:blipFill>
          <p:spPr>
            <a:xfrm>
              <a:off x="3644204" y="38834"/>
              <a:ext cx="374904" cy="329609"/>
            </a:xfrm>
            <a:prstGeom prst="rect">
              <a:avLst/>
            </a:prstGeom>
          </p:spPr>
        </p:pic>
        <p:pic>
          <p:nvPicPr>
            <p:cNvPr id="38" name="Picture 37" descr="A graph with text overlay&#10;&#10;AI-generated content may be incorrect.">
              <a:extLst>
                <a:ext uri="{FF2B5EF4-FFF2-40B4-BE49-F238E27FC236}">
                  <a16:creationId xmlns:a16="http://schemas.microsoft.com/office/drawing/2014/main" id="{4CA57E36-282F-B828-B50C-215143384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77" t="2144" r="97273" b="91435"/>
            <a:stretch/>
          </p:blipFill>
          <p:spPr>
            <a:xfrm>
              <a:off x="-1" y="80013"/>
              <a:ext cx="298720" cy="247250"/>
            </a:xfrm>
            <a:prstGeom prst="rect">
              <a:avLst/>
            </a:prstGeom>
          </p:spPr>
        </p:pic>
        <p:pic>
          <p:nvPicPr>
            <p:cNvPr id="39" name="Picture 38" descr="A graph with text overlay&#10;&#10;AI-generated content may be incorrect.">
              <a:extLst>
                <a:ext uri="{FF2B5EF4-FFF2-40B4-BE49-F238E27FC236}">
                  <a16:creationId xmlns:a16="http://schemas.microsoft.com/office/drawing/2014/main" id="{BFC51ECD-5C27-5C95-3BBF-CC75F4A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959" t="51802" r="97273" b="39399"/>
            <a:stretch/>
          </p:blipFill>
          <p:spPr>
            <a:xfrm>
              <a:off x="83127" y="1988818"/>
              <a:ext cx="215592" cy="338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724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Ave Bisesi</dc:creator>
  <cp:lastModifiedBy>Ave Bisesi</cp:lastModifiedBy>
  <cp:revision>4</cp:revision>
  <dcterms:created xsi:type="dcterms:W3CDTF">2025-03-31T16:56:19Z</dcterms:created>
  <dcterms:modified xsi:type="dcterms:W3CDTF">2025-03-31T17:20:20Z</dcterms:modified>
</cp:coreProperties>
</file>